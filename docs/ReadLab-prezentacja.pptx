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8094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868680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868680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868680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992124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992124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992124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992124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1115568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1115568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1115568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1115568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6400" dirty="0"/>
          </a:p>
        </p:txBody>
      </p:sp>
      <p:sp>
        <p:nvSpPr>
          <p:cNvPr id="15" name="Text 13"/>
          <p:cNvSpPr/>
          <p:nvPr/>
        </p:nvSpPr>
        <p:spPr>
          <a:xfrm>
            <a:off x="82296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D2D2D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Kolejka książek do przeczytania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Projektowanie Interfejsów Użytkownika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prowadzący: mgr inż. Bartłomiej Kizielewicz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Gracjan Prusik · Bartłomiej Neumann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Książek przybywa szybciej, niż zdążymy je przeczytać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5760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Materiały rozsypane są po notatkach, zakładkach i kartkach. Brakuje jednego miejsca, które jasno pokazuje, na czym realnie stoimy: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338328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czytam teraz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czeka w kolejce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już skończyłem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Narzędzia jak Notion czy Goodreads są zbyt ciężkie, a zwykła lista to-do nie rozróżnia „w trakcie” od „w kolejce”.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KOLEJKA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7315200" y="333756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7315200" y="420624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1" name="Text 9"/>
          <p:cNvSpPr/>
          <p:nvPr/>
        </p:nvSpPr>
        <p:spPr>
          <a:xfrm>
            <a:off x="89154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 TRAKCIE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9154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10515600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SKOŃCZONE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515600" y="246888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5" name="Text 13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UŻYTKOWNICY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Dwie persony, dwa konteksty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188720" y="2423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„Samouk po godzinach”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8872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28–32 lata · pracuje na etacie · desktop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338328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Zaczyna kilka książek naraz i gubi, co było w połowie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Potrzebuje statusu „W trakcie” z limitem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Priorytety, tagi i kolejka do ogarnięcia kolekcji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10312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„Student w biegu”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7512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20–23 lata · studia dzienne · mobile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338328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Miesza lektury obowiązkowe z własnymi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Zapomina o terminach, </a:t>
            </a:r>
            <a:r>
              <a:rPr lang="en-US" sz="14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dodaje</a:t>
            </a: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4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</a:t>
            </a: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4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szybko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Potrzebuje terminów, filtrów i szybkiego dodawania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Pełny proces UX/UI </a:t>
            </a:r>
            <a:r>
              <a:rPr lang="pl-PL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</a:t>
            </a: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iteracyjnie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Analiza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 persony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8892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97180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297180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97180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Szkice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 User 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3" name="Text 11"/>
          <p:cNvSpPr/>
          <p:nvPr/>
        </p:nvSpPr>
        <p:spPr>
          <a:xfrm>
            <a:off x="512064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12064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 Figmie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08660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26948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17" name="Text 15"/>
          <p:cNvSpPr/>
          <p:nvPr/>
        </p:nvSpPr>
        <p:spPr>
          <a:xfrm>
            <a:off x="726948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26948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(3 osoby)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0" y="3246120"/>
            <a:ext cx="18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418320" y="2743200"/>
            <a:ext cx="19659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21" name="Text 19"/>
          <p:cNvSpPr/>
          <p:nvPr/>
        </p:nvSpPr>
        <p:spPr>
          <a:xfrm>
            <a:off x="9418320" y="29260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9418320" y="352044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Implementacja</a:t>
            </a:r>
            <a:endParaRPr lang="en-US" sz="13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Każdy etap uwzględnia wnioski z </a:t>
            </a:r>
            <a:r>
              <a:rPr lang="en-US" sz="1400" i="1" dirty="0" err="1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poprzedniego</a:t>
            </a:r>
            <a:r>
              <a:rPr lang="en-US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pl-PL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</a:t>
            </a:r>
            <a:r>
              <a:rPr lang="en-US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projekt powstawał krok po </a:t>
            </a:r>
            <a:r>
              <a:rPr lang="en-US" sz="1400" i="1" dirty="0" err="1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kroku</a:t>
            </a:r>
            <a:r>
              <a:rPr lang="en-US" sz="14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SZKICE I PROJEKT WIZUALNY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Od Low-Fi do minimalizmu w duchu Apple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Monochromatycznie</a:t>
            </a: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- kolor tylko funkcjonalnie (czerwień terminu/usuwania).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Dużo przestrzeni</a:t>
            </a: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i cienkie linie zamiast ramek i cieni.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Spójne </a:t>
            </a:r>
            <a:r>
              <a:rPr lang="en-US" sz="15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komponenty</a:t>
            </a: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- jeden zestaw kart, pól i przycisków-pigułek.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Tryb jasny </a:t>
            </a:r>
            <a:r>
              <a:rPr lang="en-US" sz="15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</a:t>
            </a:r>
            <a:r>
              <a:rPr lang="en-US" sz="15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5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ciemny</a:t>
            </a:r>
            <a:r>
              <a:rPr lang="en-US" sz="15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</a:t>
            </a:r>
            <a:endParaRPr lang="en-US" sz="1500" dirty="0"/>
          </a:p>
        </p:txBody>
      </p:sp>
      <p:pic>
        <p:nvPicPr>
          <p:cNvPr id="5" name="Image 0" descr="/tmp/readlab-pptx/wireframe-list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2011680"/>
            <a:ext cx="5120640" cy="2871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17920" y="49834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Szkic Low-Fi ekranu głównego (assets/)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Główny przepływ użytkownika</a:t>
            </a:r>
            <a:endParaRPr lang="en-US" sz="3200" dirty="0"/>
          </a:p>
        </p:txBody>
      </p:sp>
      <p:pic>
        <p:nvPicPr>
          <p:cNvPr id="4" name="Image 0" descr="/tmp/readlab-pptx/user-flow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920240"/>
            <a:ext cx="105156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FUNKCJE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potrafi ReadLab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5" name="Text 3"/>
          <p:cNvSpPr/>
          <p:nvPr/>
        </p:nvSpPr>
        <p:spPr>
          <a:xfrm>
            <a:off x="1188720" y="2377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Wymagane (CRUD)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288036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Dodawanie, edycja, usuwanie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Zmiana statusu: Kolejka → W trakcie → Skończone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Lista / tablica wszystkich pozycji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210312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8" name="Text 6"/>
          <p:cNvSpPr/>
          <p:nvPr/>
        </p:nvSpPr>
        <p:spPr>
          <a:xfrm>
            <a:off x="6675120" y="2377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Rozszerzone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75120" y="288036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Wyszukiwarka, filtry, sortowanie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Priorytety, tagi, terminy z ostrzeżeniem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Tryb ciemny, walidacja, zapis w localStorage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Responsywność: desktop - kanban z przeciąganiem; mobile - segmentowany przełącznik statusów.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DECYZJE PROJEKTOWE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Najważniejsze decyzje i uzasadnienia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103120"/>
            <a:ext cx="10515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Trzy statusy zamiast „wykonane” 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– </a:t>
            </a:r>
            <a:r>
              <a:rPr lang="en-US" sz="16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odwzorowują</a:t>
            </a:r>
            <a:r>
              <a:rPr lang="pl-PL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cykl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życia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książki.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Kanban / </a:t>
            </a:r>
            <a:r>
              <a:rPr lang="en-US" sz="16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zakładki</a:t>
            </a: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 ta sama logika w dwóch układach = responsywność bez utraty spójności.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Tylko tytuł </a:t>
            </a:r>
            <a:r>
              <a:rPr lang="en-US" sz="16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wymagany</a:t>
            </a: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 szybkie dodawanie; reszta pól opcjonalna.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Potwierdzenie </a:t>
            </a:r>
            <a:r>
              <a:rPr lang="en-US" sz="16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usuwania</a:t>
            </a: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 ochrona przed przypadkową utratą danych.</a:t>
            </a:r>
            <a:endParaRPr lang="en-US" sz="1600" dirty="0"/>
          </a:p>
          <a:p>
            <a:pPr marL="342900" indent="-342900">
              <a:lnSpc>
                <a:spcPct val="110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localStorage zamiast </a:t>
            </a:r>
            <a:r>
              <a:rPr lang="en-US" sz="1600" b="1" dirty="0" err="1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backendu</a:t>
            </a: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</a:t>
            </a:r>
            <a:r>
              <a:rPr lang="en-US" sz="16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- zgodne z wymaganiami; cały wysiłek idzie w UX/UI.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 UŻYTECZNOŚCI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841248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 zaobserwowaliśmy i poprawiliśmy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E6E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Testy „think aloud” z 3 osobami (studentka 22 l., kobieta 48 l., student 24 l.).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6" name="Text 4"/>
          <p:cNvSpPr/>
          <p:nvPr/>
        </p:nvSpPr>
        <p:spPr>
          <a:xfrm>
            <a:off x="1188720" y="2743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32461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Przeciąganie kart nie było oczywiste (2 z 3 osób)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Ikona ustawień (zębatka) mało czytelna dla osoby 48 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251460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D2D2D7"/>
            </a:solidFill>
            <a:prstDash val="solid"/>
          </a:ln>
          <a:effectLst>
            <a:outerShdw blurRad="1270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l-PL"/>
          </a:p>
        </p:txBody>
      </p:sp>
      <p:sp>
        <p:nvSpPr>
          <p:cNvPr id="9" name="Text 7"/>
          <p:cNvSpPr/>
          <p:nvPr/>
        </p:nvSpPr>
        <p:spPr>
          <a:xfrm>
            <a:off x="6675120" y="2743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Wprowadzone poprawki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75120" y="324612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Kursor „grab” i efekt chwytania na kartach</a:t>
            </a:r>
            <a:endParaRPr lang="en-US" sz="14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D1D1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Domyślna zakładka na telefonie ustawiona na „Kolejka”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6400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ReadLab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88136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868680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4" name="Shape 2"/>
          <p:cNvSpPr/>
          <p:nvPr/>
        </p:nvSpPr>
        <p:spPr>
          <a:xfrm>
            <a:off x="868680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868680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6" name="Shape 4"/>
          <p:cNvSpPr/>
          <p:nvPr/>
        </p:nvSpPr>
        <p:spPr>
          <a:xfrm>
            <a:off x="992124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7" name="Shape 5"/>
          <p:cNvSpPr/>
          <p:nvPr/>
        </p:nvSpPr>
        <p:spPr>
          <a:xfrm>
            <a:off x="992124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8" name="Shape 6"/>
          <p:cNvSpPr/>
          <p:nvPr/>
        </p:nvSpPr>
        <p:spPr>
          <a:xfrm>
            <a:off x="992124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9" name="Shape 7"/>
          <p:cNvSpPr/>
          <p:nvPr/>
        </p:nvSpPr>
        <p:spPr>
          <a:xfrm>
            <a:off x="992124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0" name="Shape 8"/>
          <p:cNvSpPr/>
          <p:nvPr/>
        </p:nvSpPr>
        <p:spPr>
          <a:xfrm>
            <a:off x="11155680" y="2011680"/>
            <a:ext cx="914400" cy="310896"/>
          </a:xfrm>
          <a:prstGeom prst="roundRect">
            <a:avLst>
              <a:gd name="adj" fmla="val 14706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9"/>
          <p:cNvSpPr/>
          <p:nvPr/>
        </p:nvSpPr>
        <p:spPr>
          <a:xfrm>
            <a:off x="11155680" y="251460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2" name="Shape 10"/>
          <p:cNvSpPr/>
          <p:nvPr/>
        </p:nvSpPr>
        <p:spPr>
          <a:xfrm>
            <a:off x="11155680" y="3081528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3" name="Shape 11"/>
          <p:cNvSpPr/>
          <p:nvPr/>
        </p:nvSpPr>
        <p:spPr>
          <a:xfrm>
            <a:off x="11155680" y="3648456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2700">
            <a:solidFill>
              <a:srgbClr val="3A3A3C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4" name="Text 12"/>
          <p:cNvSpPr/>
          <p:nvPr/>
        </p:nvSpPr>
        <p:spPr>
          <a:xfrm>
            <a:off x="822960" y="2194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Dziękujemy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2296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D2D2D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Działająca aplikacja · prototyp w Figmie · pełna dokumentacja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Repozytorium:  </a:t>
            </a: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github.com/neumann1337/readlab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 Figma:  </a:t>
            </a:r>
            <a:r>
              <a:rPr lang="en-US" sz="1400" dirty="0">
                <a:solidFill>
                  <a:srgbClr val="AEAE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figma.com/proto/…/ReadLab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532</Words>
  <Application>Microsoft Office PowerPoint</Application>
  <PresentationFormat>Panoramiczny</PresentationFormat>
  <Paragraphs>115</Paragraphs>
  <Slides>10</Slides>
  <Notes>10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10</vt:i4>
      </vt:variant>
    </vt:vector>
  </HeadingPairs>
  <TitlesOfParts>
    <vt:vector size="13" baseType="lpstr">
      <vt:lpstr>Arial</vt:lpstr>
      <vt:lpstr>Helvetica Neue</vt:lpstr>
      <vt:lpstr>Office Theme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ReadLab — prezentacja</dc:title>
  <dc:subject>PptxGenJS Presentation</dc:subject>
  <dc:creator>Gracjan Prusik, Bartłomiej Neumann</dc:creator>
  <cp:lastModifiedBy>Gracjan 175771</cp:lastModifiedBy>
  <cp:revision>7</cp:revision>
  <dcterms:created xsi:type="dcterms:W3CDTF">2026-06-14T06:45:10Z</dcterms:created>
  <dcterms:modified xsi:type="dcterms:W3CDTF">2026-06-14T08:18:57Z</dcterms:modified>
</cp:coreProperties>
</file>